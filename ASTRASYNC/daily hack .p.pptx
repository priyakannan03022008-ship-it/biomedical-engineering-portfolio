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201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99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174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3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91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18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59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11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34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88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6EE56-AF35-4D61-B0F8-AF0CC497951E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B530B-52C8-4F54-BBA6-6CA959056D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829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12241" y="699918"/>
            <a:ext cx="86668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ASTRASYNC – AI-Synchronized Satellite </a:t>
            </a:r>
            <a:r>
              <a:rPr lang="en-IN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Geolocation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8337" y="2223917"/>
            <a:ext cx="29450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TEAM </a:t>
            </a: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NAME : Biospark 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38" y="3127512"/>
            <a:ext cx="1736035" cy="18022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626" y="3148613"/>
            <a:ext cx="1550504" cy="18022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5" t="-6377" r="1645" b="6377"/>
          <a:stretch/>
        </p:blipFill>
        <p:spPr>
          <a:xfrm>
            <a:off x="4085913" y="3155502"/>
            <a:ext cx="1761738" cy="17679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4" t="28407" r="7759" b="26183"/>
          <a:stretch/>
        </p:blipFill>
        <p:spPr>
          <a:xfrm>
            <a:off x="6045671" y="3168754"/>
            <a:ext cx="1844964" cy="1754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687" y="3127512"/>
            <a:ext cx="1738686" cy="17600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880" y="3119019"/>
            <a:ext cx="1856885" cy="17546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390538" y="511012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Kaviya. R</a:t>
            </a:r>
          </a:p>
          <a:p>
            <a:r>
              <a:rPr lang="en-IN" dirty="0" smtClean="0"/>
              <a:t>192519089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2395330" y="51101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Athin Siva. S </a:t>
            </a:r>
          </a:p>
          <a:p>
            <a:r>
              <a:rPr lang="en-IN" dirty="0" smtClean="0"/>
              <a:t>192524237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4154964" y="509121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Priyadharshini. K</a:t>
            </a:r>
          </a:p>
          <a:p>
            <a:r>
              <a:rPr lang="en-IN" dirty="0" smtClean="0"/>
              <a:t>192519090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6226409" y="51155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Janani D </a:t>
            </a:r>
          </a:p>
          <a:p>
            <a:r>
              <a:rPr lang="en-IN" dirty="0" smtClean="0"/>
              <a:t>192519036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8248420" y="509391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Yuva sri .P</a:t>
            </a:r>
          </a:p>
          <a:p>
            <a:r>
              <a:rPr lang="en-IN" dirty="0" smtClean="0"/>
              <a:t>192519063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9932373" y="508311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Mohammad HUSSAIN </a:t>
            </a:r>
          </a:p>
          <a:p>
            <a:r>
              <a:rPr lang="en-IN" dirty="0" smtClean="0"/>
              <a:t>192524179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037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0506" y="3087111"/>
            <a:ext cx="62152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 </a:t>
            </a:r>
          </a:p>
          <a:p>
            <a:endParaRPr lang="en-IN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267479"/>
              </p:ext>
            </p:extLst>
          </p:nvPr>
        </p:nvGraphicFramePr>
        <p:xfrm>
          <a:off x="599908" y="1678716"/>
          <a:ext cx="5151536" cy="1767840"/>
        </p:xfrm>
        <a:graphic>
          <a:graphicData uri="http://schemas.openxmlformats.org/drawingml/2006/table">
            <a:tbl>
              <a:tblPr/>
              <a:tblGrid>
                <a:gridCol w="5151536">
                  <a:extLst>
                    <a:ext uri="{9D8B030D-6E8A-4147-A177-3AD203B41FA5}">
                      <a16:colId xmlns:a16="http://schemas.microsoft.com/office/drawing/2014/main" val="3282818095"/>
                    </a:ext>
                  </a:extLst>
                </a:gridCol>
              </a:tblGrid>
              <a:tr h="1617411">
                <a:tc>
                  <a:txBody>
                    <a:bodyPr/>
                    <a:lstStyle/>
                    <a:p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Problem</a:t>
                      </a:r>
                    </a:p>
                    <a:p>
                      <a:endParaRPr lang="en-IN" b="1" dirty="0" smtClean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Accurate satellite synchronization required Signal interference &amp; Doppler effects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computational complexity Large IQ data processing</a:t>
                      </a:r>
                      <a:endParaRPr lang="en-IN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97825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897921"/>
              </p:ext>
            </p:extLst>
          </p:nvPr>
        </p:nvGraphicFramePr>
        <p:xfrm>
          <a:off x="6294788" y="1666759"/>
          <a:ext cx="5035823" cy="1767840"/>
        </p:xfrm>
        <a:graphic>
          <a:graphicData uri="http://schemas.openxmlformats.org/drawingml/2006/table">
            <a:tbl>
              <a:tblPr/>
              <a:tblGrid>
                <a:gridCol w="5035823">
                  <a:extLst>
                    <a:ext uri="{9D8B030D-6E8A-4147-A177-3AD203B41FA5}">
                      <a16:colId xmlns:a16="http://schemas.microsoft.com/office/drawing/2014/main" val="2151595143"/>
                    </a:ext>
                  </a:extLst>
                </a:gridCol>
              </a:tblGrid>
              <a:tr h="174351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Proposed Solution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b="1" dirty="0" smtClean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Multi-LEO satellite IQ data collection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Joint TDOA + FDOA localization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AI-based synchronization correction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GIS-based emitter location mapping</a:t>
                      </a:r>
                      <a:endParaRPr lang="en-IN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07978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416148"/>
              </p:ext>
            </p:extLst>
          </p:nvPr>
        </p:nvGraphicFramePr>
        <p:xfrm>
          <a:off x="599908" y="4063824"/>
          <a:ext cx="5151535" cy="1509694"/>
        </p:xfrm>
        <a:graphic>
          <a:graphicData uri="http://schemas.openxmlformats.org/drawingml/2006/table">
            <a:tbl>
              <a:tblPr/>
              <a:tblGrid>
                <a:gridCol w="5151535">
                  <a:extLst>
                    <a:ext uri="{9D8B030D-6E8A-4147-A177-3AD203B41FA5}">
                      <a16:colId xmlns:a16="http://schemas.microsoft.com/office/drawing/2014/main" val="2486262961"/>
                    </a:ext>
                  </a:extLst>
                </a:gridCol>
              </a:tblGrid>
              <a:tr h="1509694">
                <a:tc>
                  <a:txBody>
                    <a:bodyPr/>
                    <a:lstStyle/>
                    <a:p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Innovation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b="1" dirty="0" smtClean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 + Signal Processing integration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High-accuracy, fast localization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Cost-effective software prototype</a:t>
                      </a:r>
                      <a:endParaRPr lang="en-IN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44904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925" y="144343"/>
            <a:ext cx="1308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latin typeface="Arial Black" panose="020B0A04020102020204" pitchFamily="34" charset="0"/>
              </a:rPr>
              <a:t>Biospark</a:t>
            </a:r>
            <a:endParaRPr lang="en-IN" b="1" dirty="0" smtClean="0">
              <a:latin typeface="Arial Black" panose="020B0A040201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11358" y="710081"/>
            <a:ext cx="86668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ASTRASYNC – AI-Synchronized Satellite Geolocation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96" b="35073"/>
          <a:stretch/>
        </p:blipFill>
        <p:spPr>
          <a:xfrm>
            <a:off x="6175513" y="3808029"/>
            <a:ext cx="5446643" cy="268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1188" y="990603"/>
            <a:ext cx="6096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Technical Approach</a:t>
            </a:r>
          </a:p>
          <a:p>
            <a:endParaRPr lang="en-IN" dirty="0" smtClean="0"/>
          </a:p>
        </p:txBody>
      </p:sp>
      <p:sp>
        <p:nvSpPr>
          <p:cNvPr id="5" name="Rectangle 4"/>
          <p:cNvSpPr/>
          <p:nvPr/>
        </p:nvSpPr>
        <p:spPr>
          <a:xfrm>
            <a:off x="0" y="116822"/>
            <a:ext cx="1529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latin typeface="Arial Black" panose="020B0A04020102020204" pitchFamily="34" charset="0"/>
              </a:rPr>
              <a:t>Biospark</a:t>
            </a:r>
            <a:endParaRPr lang="en-IN" b="1" dirty="0" smtClean="0">
              <a:latin typeface="Arial Black" panose="020B0A040201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820146"/>
              </p:ext>
            </p:extLst>
          </p:nvPr>
        </p:nvGraphicFramePr>
        <p:xfrm>
          <a:off x="1003118" y="1779348"/>
          <a:ext cx="3684104" cy="4755752"/>
        </p:xfrm>
        <a:graphic>
          <a:graphicData uri="http://schemas.openxmlformats.org/drawingml/2006/table">
            <a:tbl>
              <a:tblPr/>
              <a:tblGrid>
                <a:gridCol w="3684104">
                  <a:extLst>
                    <a:ext uri="{9D8B030D-6E8A-4147-A177-3AD203B41FA5}">
                      <a16:colId xmlns:a16="http://schemas.microsoft.com/office/drawing/2014/main" val="1874735076"/>
                    </a:ext>
                  </a:extLst>
                </a:gridCol>
              </a:tblGrid>
              <a:tr h="4755752">
                <a:tc>
                  <a:txBody>
                    <a:bodyPr/>
                    <a:lstStyle/>
                    <a:p>
                      <a:endParaRPr lang="en-IN" dirty="0" smtClean="0"/>
                    </a:p>
                    <a:p>
                      <a:r>
                        <a:rPr lang="en-IN" dirty="0" smtClean="0"/>
                        <a:t>📡 Terrestrial RF Emitter</a:t>
                      </a:r>
                    </a:p>
                    <a:p>
                      <a:r>
                        <a:rPr lang="en-IN" dirty="0" smtClean="0"/>
                        <a:t>          ↓</a:t>
                      </a:r>
                    </a:p>
                    <a:p>
                      <a:r>
                        <a:rPr lang="en-IN" dirty="0" smtClean="0"/>
                        <a:t>🛰️ LEO Satellite Constellation</a:t>
                      </a:r>
                    </a:p>
                    <a:p>
                      <a:r>
                        <a:rPr lang="en-IN" dirty="0" smtClean="0"/>
                        <a:t>           ↓</a:t>
                      </a:r>
                    </a:p>
                    <a:p>
                      <a:r>
                        <a:rPr lang="en-IN" dirty="0" smtClean="0"/>
                        <a:t>📶 IQ Signal Collection</a:t>
                      </a:r>
                    </a:p>
                    <a:p>
                      <a:r>
                        <a:rPr lang="en-IN" dirty="0" smtClean="0"/>
                        <a:t>          ↓</a:t>
                      </a:r>
                    </a:p>
                    <a:p>
                      <a:r>
                        <a:rPr lang="en-IN" dirty="0" smtClean="0"/>
                        <a:t>🌍 Ground Control Station</a:t>
                      </a:r>
                    </a:p>
                    <a:p>
                      <a:r>
                        <a:rPr lang="en-IN" dirty="0" smtClean="0"/>
                        <a:t>          ↓</a:t>
                      </a:r>
                    </a:p>
                    <a:p>
                      <a:r>
                        <a:rPr lang="en-IN" dirty="0" smtClean="0"/>
                        <a:t>⚙️ TDOA + FDOA Processing</a:t>
                      </a:r>
                    </a:p>
                    <a:p>
                      <a:r>
                        <a:rPr lang="en-IN" dirty="0" smtClean="0"/>
                        <a:t>          ↓</a:t>
                      </a:r>
                    </a:p>
                    <a:p>
                      <a:r>
                        <a:rPr lang="en-IN" dirty="0" smtClean="0"/>
                        <a:t>🤖 AI-Based Error Correction</a:t>
                      </a:r>
                    </a:p>
                    <a:p>
                      <a:r>
                        <a:rPr lang="en-IN" dirty="0" smtClean="0"/>
                        <a:t>          ↓</a:t>
                      </a:r>
                    </a:p>
                    <a:p>
                      <a:r>
                        <a:rPr lang="en-IN" dirty="0" smtClean="0"/>
                        <a:t>📍 RF Emitter Geolocation</a:t>
                      </a:r>
                    </a:p>
                    <a:p>
                      <a:r>
                        <a:rPr lang="en-IN" dirty="0" smtClean="0"/>
                        <a:t>          ↓</a:t>
                      </a:r>
                    </a:p>
                    <a:p>
                      <a:r>
                        <a:rPr lang="en-IN" dirty="0" smtClean="0"/>
                        <a:t>🗺️ GIS-Based Location Display</a:t>
                      </a:r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77759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34" y="1579676"/>
            <a:ext cx="5897217" cy="515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0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83" y="119270"/>
            <a:ext cx="1308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latin typeface="Arial Black" panose="020B0A04020102020204" pitchFamily="34" charset="0"/>
              </a:rPr>
              <a:t>Biospark</a:t>
            </a:r>
            <a:endParaRPr lang="en-IN" b="1" dirty="0" smtClean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2775" y="980661"/>
            <a:ext cx="5446644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Feasibility</a:t>
            </a:r>
          </a:p>
          <a:p>
            <a:endParaRPr lang="en-IN" b="1" dirty="0" smtClean="0"/>
          </a:p>
          <a:p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Software-based prototype MATLAB &amp; Python implementation Multi-LEO satellite simulation Cost-effective and scalable</a:t>
            </a:r>
          </a:p>
          <a:p>
            <a:endParaRPr lang="en-IN" b="1" dirty="0" smtClean="0"/>
          </a:p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Challenges</a:t>
            </a:r>
          </a:p>
          <a:p>
            <a:endParaRPr lang="en-IN" b="1" dirty="0" smtClean="0"/>
          </a:p>
          <a:p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Satellite time synchronization Doppler shift estimation Large IQ data processing Signal interference</a:t>
            </a:r>
          </a:p>
          <a:p>
            <a:endParaRPr lang="en-IN" b="1" dirty="0" smtClean="0"/>
          </a:p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Solutions</a:t>
            </a:r>
          </a:p>
          <a:p>
            <a:endParaRPr lang="en-IN" b="1" dirty="0" smtClean="0"/>
          </a:p>
          <a:p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AI-based synchronization Joint TDOA + FDOA localization Adaptive noise filtering Optimized parallel processing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AutoShape 2" descr="blob:https://web.whatsapp.com/f0995eed-ebc2-4409-969f-a120f36bd2a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blob:https://web.whatsapp.com/f0995eed-ebc2-4409-969f-a120f36bd2a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19" y="1285461"/>
            <a:ext cx="5387147" cy="473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0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350" y="143325"/>
            <a:ext cx="1308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latin typeface="Arial Black" panose="020B0A04020102020204" pitchFamily="34" charset="0"/>
              </a:rPr>
              <a:t>Biospark</a:t>
            </a:r>
            <a:endParaRPr lang="en-IN" b="1" dirty="0" smtClean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5375" y="1312109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Enhanced national security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Improved border surveillance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RF emitter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Better situational awareness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Benefits</a:t>
            </a:r>
          </a:p>
          <a:p>
            <a:endParaRPr lang="en-IN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High geolocation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Faster threat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Cost-effective software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Scalable for future LEO constellations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Supports defence &amp; disaster management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181" y="735082"/>
            <a:ext cx="5615609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83" y="156578"/>
            <a:ext cx="1308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latin typeface="Arial Black" panose="020B0A04020102020204" pitchFamily="34" charset="0"/>
              </a:rPr>
              <a:t>Biospark</a:t>
            </a:r>
            <a:endParaRPr lang="en-IN" b="1" dirty="0" smtClean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3584" y="3696204"/>
            <a:ext cx="6096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</a:p>
          <a:p>
            <a:endParaRPr lang="en-IN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collected from IEEE, NASA, ESA, MATLAB Documentation, and publicly available research on RF geolocation and LEO satellite systems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3584" y="1331148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Research</a:t>
            </a:r>
          </a:p>
          <a:p>
            <a:endParaRPr lang="en-IN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Conducted research on LEO satellite communication, TDOA/FDOA-based RF geolocation, and AI-assisted signal processing to improve the accurate detection and localization of terrestrial radio emitters.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42" b="35459"/>
          <a:stretch/>
        </p:blipFill>
        <p:spPr>
          <a:xfrm>
            <a:off x="6599584" y="470848"/>
            <a:ext cx="5314120" cy="27759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18" b="31401"/>
          <a:stretch/>
        </p:blipFill>
        <p:spPr>
          <a:xfrm>
            <a:off x="6599584" y="3409959"/>
            <a:ext cx="5314120" cy="258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1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269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SUPER</dc:creator>
  <cp:lastModifiedBy>SUPER</cp:lastModifiedBy>
  <cp:revision>13</cp:revision>
  <dcterms:created xsi:type="dcterms:W3CDTF">2026-07-27T15:34:58Z</dcterms:created>
  <dcterms:modified xsi:type="dcterms:W3CDTF">2026-07-27T17:40:07Z</dcterms:modified>
</cp:coreProperties>
</file>